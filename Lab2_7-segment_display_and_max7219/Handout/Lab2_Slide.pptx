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jSPvPQiI9JLhMOe+V/PnFIY5VEq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" name="Google Shape;8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" name="Google Shape;12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" name="Google Shape;154;p1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3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3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3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3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3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3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3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4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2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項物件" type="twoObj">
  <p:cSld name="TWO_OBJECT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/>
          <p:nvPr>
            <p:ph idx="1" type="body"/>
          </p:nvPr>
        </p:nvSpPr>
        <p:spPr>
          <a:xfrm>
            <a:off x="628650" y="1509333"/>
            <a:ext cx="3886200" cy="46676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25"/>
          <p:cNvSpPr txBox="1"/>
          <p:nvPr>
            <p:ph idx="2" type="body"/>
          </p:nvPr>
        </p:nvSpPr>
        <p:spPr>
          <a:xfrm>
            <a:off x="4629150" y="1509333"/>
            <a:ext cx="3886200" cy="46676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" name="Google Shape;27;p25"/>
          <p:cNvSpPr/>
          <p:nvPr/>
        </p:nvSpPr>
        <p:spPr>
          <a:xfrm>
            <a:off x="636671" y="1342670"/>
            <a:ext cx="7886700" cy="62390"/>
          </a:xfrm>
          <a:prstGeom prst="rect">
            <a:avLst/>
          </a:prstGeom>
          <a:solidFill>
            <a:srgbClr val="F3D2F4">
              <a:alpha val="4941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5"/>
          <p:cNvSpPr/>
          <p:nvPr/>
        </p:nvSpPr>
        <p:spPr>
          <a:xfrm>
            <a:off x="7678552" y="254610"/>
            <a:ext cx="1144207" cy="1144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5"/>
          <p:cNvSpPr txBox="1"/>
          <p:nvPr>
            <p:ph type="title"/>
          </p:nvPr>
        </p:nvSpPr>
        <p:spPr>
          <a:xfrm>
            <a:off x="628650" y="365126"/>
            <a:ext cx="7886700" cy="10336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物件" type="obj">
  <p:cSld name="OBJEC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1"/>
          <p:cNvSpPr/>
          <p:nvPr/>
        </p:nvSpPr>
        <p:spPr>
          <a:xfrm>
            <a:off x="636671" y="1342670"/>
            <a:ext cx="7886700" cy="62390"/>
          </a:xfrm>
          <a:prstGeom prst="rect">
            <a:avLst/>
          </a:prstGeom>
          <a:solidFill>
            <a:srgbClr val="F3D2F4">
              <a:alpha val="4941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1"/>
          <p:cNvSpPr txBox="1"/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1"/>
          <p:cNvSpPr txBox="1"/>
          <p:nvPr>
            <p:ph idx="1" type="body"/>
          </p:nvPr>
        </p:nvSpPr>
        <p:spPr>
          <a:xfrm>
            <a:off x="628650" y="1509333"/>
            <a:ext cx="7886700" cy="46676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4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對" type="twoTxTwoObj">
  <p:cSld name="TWO_OBJECTS_WITH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6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6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0" name="Google Shape;40;p26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6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2" name="Google Shape;42;p26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2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標題的內容" type="objTx">
  <p:cSld name="OBJECT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9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8" name="Google Shape;58;p29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9" name="Google Shape;59;p2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標題的圖片" type="picTx">
  <p:cSld name="PICTURE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0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0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30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6" name="Google Shape;66;p3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3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2"/>
          <p:cNvSpPr txBox="1"/>
          <p:nvPr>
            <p:ph type="title"/>
          </p:nvPr>
        </p:nvSpPr>
        <p:spPr>
          <a:xfrm rot="5400000">
            <a:off x="4623593" y="2285206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2"/>
          <p:cNvSpPr txBox="1"/>
          <p:nvPr>
            <p:ph idx="1" type="body"/>
          </p:nvPr>
        </p:nvSpPr>
        <p:spPr>
          <a:xfrm rot="5400000">
            <a:off x="623093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3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1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1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 txBox="1"/>
          <p:nvPr>
            <p:ph type="ctrTitle"/>
          </p:nvPr>
        </p:nvSpPr>
        <p:spPr>
          <a:xfrm>
            <a:off x="438307" y="743925"/>
            <a:ext cx="8524324" cy="173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Microprocessor Systems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>
            <p:ph idx="1" type="subTitle"/>
          </p:nvPr>
        </p:nvSpPr>
        <p:spPr>
          <a:xfrm>
            <a:off x="510490" y="4360130"/>
            <a:ext cx="29718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Prof. Ren-Shuo Liu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NTHU EE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371574" y="2718876"/>
            <a:ext cx="8657789" cy="1401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Lab2 – SPI and 7-Segment Display with MAX7219</a:t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9" name="Google Shape;8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39014" y="3823857"/>
            <a:ext cx="4123617" cy="2517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5" name="Google Shape;95;p3"/>
          <p:cNvSpPr txBox="1"/>
          <p:nvPr>
            <p:ph type="title"/>
          </p:nvPr>
        </p:nvSpPr>
        <p:spPr>
          <a:xfrm>
            <a:off x="628650" y="365126"/>
            <a:ext cx="7886700" cy="10336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Outline</a:t>
            </a:r>
            <a:endParaRPr/>
          </a:p>
        </p:txBody>
      </p:sp>
      <p:sp>
        <p:nvSpPr>
          <p:cNvPr id="96" name="Google Shape;96;p3"/>
          <p:cNvSpPr txBox="1"/>
          <p:nvPr>
            <p:ph idx="1" type="body"/>
          </p:nvPr>
        </p:nvSpPr>
        <p:spPr>
          <a:xfrm>
            <a:off x="628650" y="1509333"/>
            <a:ext cx="7886700" cy="46676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b="1" lang="en-US"/>
              <a:t>Beginning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b="1" lang="en-US"/>
              <a:t>Example Project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b="1" lang="en-US"/>
              <a:t>Practice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b="1" lang="en-US"/>
              <a:t>To Do List</a:t>
            </a:r>
            <a:endParaRPr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2" name="Google Shape;102;p4"/>
          <p:cNvSpPr txBox="1"/>
          <p:nvPr>
            <p:ph type="title"/>
          </p:nvPr>
        </p:nvSpPr>
        <p:spPr>
          <a:xfrm>
            <a:off x="628650" y="365126"/>
            <a:ext cx="7886700" cy="10336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Outline</a:t>
            </a:r>
            <a:endParaRPr/>
          </a:p>
        </p:txBody>
      </p:sp>
      <p:sp>
        <p:nvSpPr>
          <p:cNvPr id="103" name="Google Shape;103;p4"/>
          <p:cNvSpPr txBox="1"/>
          <p:nvPr>
            <p:ph idx="1" type="body"/>
          </p:nvPr>
        </p:nvSpPr>
        <p:spPr>
          <a:xfrm>
            <a:off x="628650" y="1509333"/>
            <a:ext cx="7886700" cy="46676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b="1" lang="en-US"/>
              <a:t>Beginning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b="1" lang="en-US">
                <a:solidFill>
                  <a:srgbClr val="BFBFBF"/>
                </a:solidFill>
              </a:rPr>
              <a:t>Example Project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b="1" lang="en-US">
                <a:solidFill>
                  <a:srgbClr val="BFBFBF"/>
                </a:solidFill>
              </a:rPr>
              <a:t>Practice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b="1" lang="en-US">
                <a:solidFill>
                  <a:srgbClr val="BFBFBF"/>
                </a:solidFill>
              </a:rPr>
              <a:t>To Do List</a:t>
            </a:r>
            <a:endParaRPr b="1">
              <a:solidFill>
                <a:srgbClr val="BFBFB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9" name="Google Shape;109;p2"/>
          <p:cNvSpPr txBox="1"/>
          <p:nvPr>
            <p:ph type="title"/>
          </p:nvPr>
        </p:nvSpPr>
        <p:spPr>
          <a:xfrm>
            <a:off x="628650" y="365126"/>
            <a:ext cx="7886700" cy="10336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7-Segment Display</a:t>
            </a:r>
            <a:endParaRPr/>
          </a:p>
        </p:txBody>
      </p:sp>
      <p:pic>
        <p:nvPicPr>
          <p:cNvPr id="110" name="Google Shape;110;p2"/>
          <p:cNvPicPr preferRelativeResize="0"/>
          <p:nvPr/>
        </p:nvPicPr>
        <p:blipFill rotWithShape="1">
          <a:blip r:embed="rId3">
            <a:alphaModFix/>
          </a:blip>
          <a:srcRect b="5524" l="0" r="0" t="0"/>
          <a:stretch/>
        </p:blipFill>
        <p:spPr>
          <a:xfrm>
            <a:off x="459126" y="1929897"/>
            <a:ext cx="8225747" cy="41290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6" name="Google Shape;116;p5"/>
          <p:cNvSpPr txBox="1"/>
          <p:nvPr>
            <p:ph type="title"/>
          </p:nvPr>
        </p:nvSpPr>
        <p:spPr>
          <a:xfrm>
            <a:off x="628650" y="365126"/>
            <a:ext cx="7886700" cy="10336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Multiplexed 7-Segment </a:t>
            </a:r>
            <a:endParaRPr/>
          </a:p>
        </p:txBody>
      </p:sp>
      <p:pic>
        <p:nvPicPr>
          <p:cNvPr id="117" name="Google Shape;117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8944" y="1479480"/>
            <a:ext cx="4920895" cy="53276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3" name="Google Shape;123;p6"/>
          <p:cNvSpPr txBox="1"/>
          <p:nvPr>
            <p:ph type="title"/>
          </p:nvPr>
        </p:nvSpPr>
        <p:spPr>
          <a:xfrm>
            <a:off x="628650" y="365126"/>
            <a:ext cx="7886700" cy="10336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MAX7219</a:t>
            </a:r>
            <a:endParaRPr/>
          </a:p>
        </p:txBody>
      </p:sp>
      <p:pic>
        <p:nvPicPr>
          <p:cNvPr descr="Multiplexing of 7segment display with 3 wired controlled using max7219 and  8051mcu | By MEXTech - YouTube" id="124" name="Google Shape;12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2794" y="1864280"/>
            <a:ext cx="7158412" cy="4026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1" name="Google Shape;131;p7"/>
          <p:cNvSpPr txBox="1"/>
          <p:nvPr>
            <p:ph type="title"/>
          </p:nvPr>
        </p:nvSpPr>
        <p:spPr>
          <a:xfrm>
            <a:off x="628650" y="365126"/>
            <a:ext cx="7886700" cy="10336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SPI</a:t>
            </a:r>
            <a:endParaRPr/>
          </a:p>
        </p:txBody>
      </p:sp>
      <p:pic>
        <p:nvPicPr>
          <p:cNvPr id="132" name="Google Shape;132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469423"/>
            <a:ext cx="9108040" cy="35548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561" y="5125367"/>
            <a:ext cx="9085479" cy="14917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9" name="Google Shape;139;p8"/>
          <p:cNvSpPr txBox="1"/>
          <p:nvPr>
            <p:ph type="title"/>
          </p:nvPr>
        </p:nvSpPr>
        <p:spPr>
          <a:xfrm>
            <a:off x="628650" y="365126"/>
            <a:ext cx="7886700" cy="10336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Register Address Map </a:t>
            </a:r>
            <a:endParaRPr/>
          </a:p>
        </p:txBody>
      </p:sp>
      <p:pic>
        <p:nvPicPr>
          <p:cNvPr id="140" name="Google Shape;140;p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2701" r="0" t="870"/>
          <a:stretch/>
        </p:blipFill>
        <p:spPr>
          <a:xfrm>
            <a:off x="56508" y="1715782"/>
            <a:ext cx="4230675" cy="4829054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8"/>
          <p:cNvSpPr/>
          <p:nvPr/>
        </p:nvSpPr>
        <p:spPr>
          <a:xfrm>
            <a:off x="4547363" y="2179745"/>
            <a:ext cx="148759" cy="536686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b="0" i="0" lang="en-US" sz="15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t/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4690863" y="2789137"/>
            <a:ext cx="103939" cy="294312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t/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4614161" y="3051080"/>
            <a:ext cx="103939" cy="294312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t/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4211273" y="1792309"/>
            <a:ext cx="4794963" cy="4339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57175" lvl="0" marL="2571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No-Op : 整個顯示器維持現狀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7175" lvl="0" marL="257175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Digit 0~7 : (Mode or Digit selection)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7175" lvl="0" marL="257175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Decode Mode : BCD模式或原始</a:t>
            </a:r>
            <a:b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資料模式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7175" lvl="0" marL="257175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Intensity:  亮度調整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7175" lvl="0" marL="257175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Scan Limit: 欲亮燈數控制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7175" lvl="0" marL="257175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Shutdown:開啟 / 關閉顯示器模組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7175" lvl="0" marL="257175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Display Test: 測試模式</a:t>
            </a:r>
            <a:b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(顯示器全亮)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0" name="Google Shape;150;p9"/>
          <p:cNvSpPr txBox="1"/>
          <p:nvPr>
            <p:ph type="title"/>
          </p:nvPr>
        </p:nvSpPr>
        <p:spPr>
          <a:xfrm>
            <a:off x="628650" y="365126"/>
            <a:ext cx="7886700" cy="10336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Outline</a:t>
            </a:r>
            <a:endParaRPr/>
          </a:p>
        </p:txBody>
      </p:sp>
      <p:sp>
        <p:nvSpPr>
          <p:cNvPr id="151" name="Google Shape;151;p9"/>
          <p:cNvSpPr txBox="1"/>
          <p:nvPr>
            <p:ph idx="1" type="body"/>
          </p:nvPr>
        </p:nvSpPr>
        <p:spPr>
          <a:xfrm>
            <a:off x="628650" y="1509333"/>
            <a:ext cx="7886700" cy="46676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b="1" lang="en-US">
                <a:solidFill>
                  <a:srgbClr val="BFBFBF"/>
                </a:solidFill>
              </a:rPr>
              <a:t>Beginning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b="1" lang="en-US">
                <a:solidFill>
                  <a:schemeClr val="dk1"/>
                </a:solidFill>
              </a:rPr>
              <a:t>Example Project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b="1" lang="en-US">
                <a:solidFill>
                  <a:srgbClr val="BFBFBF"/>
                </a:solidFill>
              </a:rPr>
              <a:t>Practice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b="1" lang="en-US">
                <a:solidFill>
                  <a:srgbClr val="BFBFBF"/>
                </a:solidFill>
              </a:rPr>
              <a:t>To Do List</a:t>
            </a:r>
            <a:endParaRPr b="1">
              <a:solidFill>
                <a:srgbClr val="BFBFB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3400" y="2387850"/>
            <a:ext cx="7223038" cy="2783988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 txBox="1"/>
          <p:nvPr>
            <p:ph type="title"/>
          </p:nvPr>
        </p:nvSpPr>
        <p:spPr>
          <a:xfrm>
            <a:off x="604618" y="381904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Write Data in Order</a:t>
            </a:r>
            <a:endParaRPr/>
          </a:p>
        </p:txBody>
      </p:sp>
      <p:sp>
        <p:nvSpPr>
          <p:cNvPr id="158" name="Google Shape;158;p1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9" name="Google Shape;159;p18"/>
          <p:cNvSpPr/>
          <p:nvPr/>
        </p:nvSpPr>
        <p:spPr>
          <a:xfrm rot="10800000">
            <a:off x="7251757" y="4936651"/>
            <a:ext cx="234893" cy="713065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/>
          <p:nvPr/>
        </p:nvSpPr>
        <p:spPr>
          <a:xfrm>
            <a:off x="3720752" y="2716896"/>
            <a:ext cx="234893" cy="598459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 txBox="1"/>
          <p:nvPr/>
        </p:nvSpPr>
        <p:spPr>
          <a:xfrm>
            <a:off x="5816799" y="5645140"/>
            <a:ext cx="3245720" cy="830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Write data to digit0-7 reg to show picture X.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 txBox="1"/>
          <p:nvPr/>
        </p:nvSpPr>
        <p:spPr>
          <a:xfrm>
            <a:off x="1329573" y="2036538"/>
            <a:ext cx="3159085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Write 0x00 to no-op.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/>
          <p:nvPr/>
        </p:nvSpPr>
        <p:spPr>
          <a:xfrm rot="-5400000">
            <a:off x="5349289" y="3895216"/>
            <a:ext cx="234893" cy="366406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/>
          <p:nvPr/>
        </p:nvSpPr>
        <p:spPr>
          <a:xfrm rot="-5400000">
            <a:off x="6605279" y="3895217"/>
            <a:ext cx="234893" cy="366406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/>
          <p:nvPr/>
        </p:nvSpPr>
        <p:spPr>
          <a:xfrm rot="10800000">
            <a:off x="4750263" y="5044333"/>
            <a:ext cx="234893" cy="598459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6297030" y="2685779"/>
            <a:ext cx="234893" cy="598459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 txBox="1"/>
          <p:nvPr/>
        </p:nvSpPr>
        <p:spPr>
          <a:xfrm>
            <a:off x="5087875" y="2041349"/>
            <a:ext cx="302328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Write 0x00 to no-op.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 txBox="1"/>
          <p:nvPr/>
        </p:nvSpPr>
        <p:spPr>
          <a:xfrm>
            <a:off x="2544793" y="5678440"/>
            <a:ext cx="3588588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Write 0x00 to no-op.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9" name="Google Shape;169;p18"/>
          <p:cNvPicPr preferRelativeResize="0"/>
          <p:nvPr/>
        </p:nvPicPr>
        <p:blipFill rotWithShape="1">
          <a:blip r:embed="rId3">
            <a:alphaModFix/>
          </a:blip>
          <a:srcRect b="17914" l="50317" r="37325" t="34098"/>
          <a:stretch/>
        </p:blipFill>
        <p:spPr>
          <a:xfrm>
            <a:off x="6902878" y="3332470"/>
            <a:ext cx="892633" cy="1335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3">
            <a:alphaModFix/>
          </a:blip>
          <a:srcRect b="16396" l="85239" r="2110" t="35524"/>
          <a:stretch/>
        </p:blipFill>
        <p:spPr>
          <a:xfrm>
            <a:off x="4372794" y="3374137"/>
            <a:ext cx="913788" cy="1338553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/>
          <p:cNvSpPr/>
          <p:nvPr/>
        </p:nvSpPr>
        <p:spPr>
          <a:xfrm rot="-5400000">
            <a:off x="4093300" y="3895217"/>
            <a:ext cx="234893" cy="366406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3"/>
          <p:cNvSpPr txBox="1"/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1:</a:t>
            </a:r>
            <a:endParaRPr/>
          </a:p>
        </p:txBody>
      </p:sp>
      <p:sp>
        <p:nvSpPr>
          <p:cNvPr id="177" name="Google Shape;177;p3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8" name="Google Shape;178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5400000">
            <a:off x="2643186" y="582185"/>
            <a:ext cx="385762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4"/>
          <p:cNvSpPr txBox="1"/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</a:t>
            </a:r>
            <a:r>
              <a:rPr lang="en-US"/>
              <a:t>2</a:t>
            </a:r>
            <a:endParaRPr/>
          </a:p>
        </p:txBody>
      </p:sp>
      <p:sp>
        <p:nvSpPr>
          <p:cNvPr id="184" name="Google Shape;184;p3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5" name="Google Shape;185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5400000">
            <a:off x="2643187" y="441453"/>
            <a:ext cx="385762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1" name="Google Shape;191;p35"/>
          <p:cNvSpPr txBox="1"/>
          <p:nvPr>
            <p:ph type="title"/>
          </p:nvPr>
        </p:nvSpPr>
        <p:spPr>
          <a:xfrm>
            <a:off x="628650" y="365126"/>
            <a:ext cx="7886700" cy="10336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Outline</a:t>
            </a:r>
            <a:endParaRPr/>
          </a:p>
        </p:txBody>
      </p:sp>
      <p:sp>
        <p:nvSpPr>
          <p:cNvPr id="192" name="Google Shape;192;p35"/>
          <p:cNvSpPr txBox="1"/>
          <p:nvPr>
            <p:ph idx="1" type="body"/>
          </p:nvPr>
        </p:nvSpPr>
        <p:spPr>
          <a:xfrm>
            <a:off x="628650" y="1509333"/>
            <a:ext cx="7886700" cy="46676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b="1" lang="en-US">
                <a:solidFill>
                  <a:srgbClr val="BFBFBF"/>
                </a:solidFill>
              </a:rPr>
              <a:t>Beginning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b="1" lang="en-US">
                <a:solidFill>
                  <a:srgbClr val="BFBFBF"/>
                </a:solidFill>
              </a:rPr>
              <a:t>Example Project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b="1" lang="en-US">
                <a:solidFill>
                  <a:schemeClr val="dk1"/>
                </a:solidFill>
              </a:rPr>
              <a:t>Practice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b="1" lang="en-US">
                <a:solidFill>
                  <a:srgbClr val="BFBFBF"/>
                </a:solidFill>
              </a:rPr>
              <a:t>To Do List</a:t>
            </a:r>
            <a:endParaRPr b="1">
              <a:solidFill>
                <a:srgbClr val="BFBFBF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6"/>
          <p:cNvSpPr txBox="1"/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>
                <a:solidFill>
                  <a:schemeClr val="dk1"/>
                </a:solidFill>
              </a:rPr>
              <a:t>Practice </a:t>
            </a:r>
            <a:r>
              <a:rPr b="1"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98" name="Google Shape;198;p3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9" name="Google Shape;199;p36"/>
          <p:cNvPicPr preferRelativeResize="0"/>
          <p:nvPr/>
        </p:nvPicPr>
        <p:blipFill rotWithShape="1">
          <a:blip r:embed="rId3">
            <a:alphaModFix/>
          </a:blip>
          <a:srcRect b="23491" l="0" r="0" t="16667"/>
          <a:stretch/>
        </p:blipFill>
        <p:spPr>
          <a:xfrm>
            <a:off x="2143975" y="1520141"/>
            <a:ext cx="4856049" cy="51660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7"/>
          <p:cNvSpPr txBox="1"/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>
                <a:solidFill>
                  <a:schemeClr val="dk1"/>
                </a:solidFill>
              </a:rPr>
              <a:t>Practice </a:t>
            </a:r>
            <a:r>
              <a:rPr b="1"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05" name="Google Shape;205;p3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一張含有 電子工程, 電子元件, 電子產品, 電路元件 的圖片&#10;&#10;自動產生的描述" id="206" name="Google Shape;206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5423" y="2068361"/>
            <a:ext cx="8593154" cy="38041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8"/>
          <p:cNvSpPr txBox="1"/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>
                <a:solidFill>
                  <a:schemeClr val="dk1"/>
                </a:solidFill>
              </a:rPr>
              <a:t>Practice </a:t>
            </a:r>
            <a:r>
              <a:rPr lang="en-US"/>
              <a:t>2</a:t>
            </a:r>
            <a:endParaRPr/>
          </a:p>
        </p:txBody>
      </p:sp>
      <p:sp>
        <p:nvSpPr>
          <p:cNvPr id="212" name="Google Shape;212;p3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3" name="Google Shape;213;p38"/>
          <p:cNvPicPr preferRelativeResize="0"/>
          <p:nvPr/>
        </p:nvPicPr>
        <p:blipFill rotWithShape="1">
          <a:blip r:embed="rId3">
            <a:alphaModFix/>
          </a:blip>
          <a:srcRect b="23258" l="0" r="0" t="20189"/>
          <a:stretch/>
        </p:blipFill>
        <p:spPr>
          <a:xfrm>
            <a:off x="1966595" y="1482703"/>
            <a:ext cx="5210810" cy="52387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9" name="Google Shape;219;p39"/>
          <p:cNvSpPr txBox="1"/>
          <p:nvPr>
            <p:ph type="title"/>
          </p:nvPr>
        </p:nvSpPr>
        <p:spPr>
          <a:xfrm>
            <a:off x="628650" y="365126"/>
            <a:ext cx="7886700" cy="10336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Outline</a:t>
            </a:r>
            <a:endParaRPr/>
          </a:p>
        </p:txBody>
      </p:sp>
      <p:sp>
        <p:nvSpPr>
          <p:cNvPr id="220" name="Google Shape;220;p39"/>
          <p:cNvSpPr txBox="1"/>
          <p:nvPr>
            <p:ph idx="1" type="body"/>
          </p:nvPr>
        </p:nvSpPr>
        <p:spPr>
          <a:xfrm>
            <a:off x="628650" y="1509333"/>
            <a:ext cx="7886700" cy="46676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b="1" lang="en-US">
                <a:solidFill>
                  <a:srgbClr val="BFBFBF"/>
                </a:solidFill>
              </a:rPr>
              <a:t>Beginning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b="1" lang="en-US">
                <a:solidFill>
                  <a:srgbClr val="BFBFBF"/>
                </a:solidFill>
              </a:rPr>
              <a:t>Example Project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b="1" lang="en-US">
                <a:solidFill>
                  <a:srgbClr val="BFBFBF"/>
                </a:solidFill>
              </a:rPr>
              <a:t>Practice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b="1" lang="en-US">
                <a:solidFill>
                  <a:schemeClr val="dk1"/>
                </a:solidFill>
              </a:rPr>
              <a:t>To Do List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0"/>
          <p:cNvSpPr txBox="1"/>
          <p:nvPr>
            <p:ph idx="1" type="body"/>
          </p:nvPr>
        </p:nvSpPr>
        <p:spPr>
          <a:xfrm>
            <a:off x="628650" y="1509333"/>
            <a:ext cx="7448550" cy="46676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628650" rtl="0" algn="l">
              <a:lnSpc>
                <a:spcPct val="150000"/>
              </a:lnSpc>
              <a:spcBef>
                <a:spcPts val="340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en-US"/>
              <a:t>問問題(環境架設/Lab1/Lab2)</a:t>
            </a:r>
            <a:endParaRPr/>
          </a:p>
          <a:p>
            <a:pPr indent="-514350" lvl="0" marL="62865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en-US"/>
              <a:t>拿線(公母*11、母母*5)</a:t>
            </a:r>
            <a:endParaRPr/>
          </a:p>
          <a:p>
            <a:pPr indent="-514350" lvl="0" marL="62865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en-US"/>
              <a:t>Demo Lab1</a:t>
            </a:r>
            <a:endParaRPr/>
          </a:p>
          <a:p>
            <a:pPr indent="-514350" lvl="0" marL="62865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en-US"/>
              <a:t>完成Lab2</a:t>
            </a:r>
            <a:endParaRPr/>
          </a:p>
        </p:txBody>
      </p:sp>
      <p:sp>
        <p:nvSpPr>
          <p:cNvPr id="226" name="Google Shape;226;p4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7" name="Google Shape;227;p40"/>
          <p:cNvSpPr txBox="1"/>
          <p:nvPr>
            <p:ph type="title"/>
          </p:nvPr>
        </p:nvSpPr>
        <p:spPr>
          <a:xfrm>
            <a:off x="628650" y="365126"/>
            <a:ext cx="7886700" cy="10336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>
                <a:solidFill>
                  <a:schemeClr val="dk1"/>
                </a:solidFill>
              </a:rPr>
              <a:t>To Do List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佈景主題">
  <a:themeElements>
    <a:clrScheme name="Office 佈景主題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2015-02-24T08:12:54Z</dcterms:created>
  <dc:creator>n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0x010100D2DFE5C12659264F9CD8B56860A4A801</vt:lpwstr>
  </property>
</Properties>
</file>